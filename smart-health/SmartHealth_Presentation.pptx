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02920"/>
            <a:ext cx="11155680" cy="5669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868680"/>
            <a:ext cx="1828800" cy="5029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SMART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45920"/>
            <a:ext cx="60350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</a:rPr>
              <a:t>Smart Health
Appointment System</a:t>
            </a:r>
          </a:p>
          <a:p>
            <a:pPr>
              <a:defRPr sz="2000">
                <a:solidFill>
                  <a:srgbClr val="2563EB"/>
                </a:solidFill>
              </a:defRPr>
            </a:pPr>
            <a:r>
              <a:t>Project Presentation</a:t>
            </a:r>
          </a:p>
          <a:p>
            <a:pPr>
              <a:defRPr sz="1500">
                <a:solidFill>
                  <a:srgbClr val="475569"/>
                </a:solidFill>
              </a:defRPr>
            </a:pPr>
            <a:r>
              <a:t>Healthcare booking platform with live queue tracking, hospital admin workflows, notifications, and MySQL persistence.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251960"/>
            <a:ext cx="2286000" cy="4114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Frontend: React + Vite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39" y="4251960"/>
            <a:ext cx="2286000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Backend: Node.js + Express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4892040"/>
            <a:ext cx="228600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Database: MySQL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4892040"/>
            <a:ext cx="228600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Realtime: Socket.IO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188720"/>
            <a:ext cx="2880360" cy="28803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SMART</a:t>
            </a:r>
          </a:p>
          <a:p>
            <a:r>
              <a:t>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Project Overview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Smart Health connects patients, doctors, hospital admins, and main admins in one platform.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35661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F172A"/>
                </a:solidFill>
              </a:rPr>
              <a:t>Purpose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Book appointments digitally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Track queue positions in real time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Reduce waiting-room delays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Support hospital-scoped administration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201168" cy="44805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3400" y="1325880"/>
            <a:ext cx="35661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F172A"/>
                </a:solidFill>
              </a:rPr>
              <a:t>Actors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Patients / users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Main admins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Hospital admins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Doctors and operational staff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325880"/>
            <a:ext cx="201168" cy="44805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01000" y="132588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F172A"/>
                </a:solidFill>
              </a:rPr>
              <a:t>Key Features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Doctor and slot management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Appointment booking and rescheduling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Realtime notifications and queue updates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Email reminders and alerts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325880"/>
            <a:ext cx="201168" cy="44805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80160"/>
            <a:ext cx="27432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F172A"/>
                </a:solidFill>
              </a:rPr>
              <a:t>Frontend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React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Vite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Tailwind CSS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Axios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React Router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Socket.IO Client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201168" cy="47548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11880" y="1280160"/>
            <a:ext cx="27432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F172A"/>
                </a:solidFill>
              </a:rPr>
              <a:t>Backend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Node.js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Express.js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JWT Authentication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bcryptjs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express-validator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Nodemailer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1280160"/>
            <a:ext cx="201168" cy="47548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37960" y="1280160"/>
            <a:ext cx="219456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F172A"/>
                </a:solidFill>
              </a:rPr>
              <a:t>Database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MySQL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Relational schema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Appointment persistence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Notification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280160"/>
            <a:ext cx="201168" cy="47548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15400" y="1280160"/>
            <a:ext cx="25603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F172A"/>
                </a:solidFill>
              </a:rPr>
              <a:t>Realtime &amp; Ops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Socket.IO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Schedulers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Email alerts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Environment config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1280160"/>
            <a:ext cx="201168" cy="47548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Patient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1417320"/>
            <a:ext cx="4937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F172A"/>
                </a:solidFill>
              </a:rPr>
              <a:t>Flow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1. User signs up or logs in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2. Browses centers and doctors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3. Selects date and slot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4. Backend validates booking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5. Queue details are calculated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6. Appointment is stored in MySQL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7. User receives app + email confirmation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8. User tracks or reschedules later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417320"/>
            <a:ext cx="201168" cy="44805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0" y="1417320"/>
            <a:ext cx="51206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F172A"/>
                </a:solidFill>
              </a:rPr>
              <a:t>Outputs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Appointment confirmation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Queue number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Patients before count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Estimated wait time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Live queue status updates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17320"/>
            <a:ext cx="201168" cy="4480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Admin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F172A"/>
                </a:solidFill>
              </a:rPr>
              <a:t>Main Admin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Manages hospitals / centers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Creates hospital admin accounts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Controls users and global appointments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Monitors platform-wide queue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01168" cy="44805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200" y="1371600"/>
            <a:ext cx="53035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F172A"/>
                </a:solidFill>
              </a:rPr>
              <a:t>Hospital Admin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Access limited to assigned hospitals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Adds and edits doctors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Updates specialization and availability slots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Monitors bookings, queue flow, and notifications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371600"/>
            <a:ext cx="201168" cy="44805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Notifications and Realtime Communication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F172A"/>
                </a:solidFill>
              </a:rPr>
              <a:t>In-App Notifications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Notification records stored in MySQL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Socket.IO emits to personal user rooms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Users and admins receive live updates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01168" cy="44805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0" y="1371600"/>
            <a:ext cx="32918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F172A"/>
                </a:solidFill>
              </a:rPr>
              <a:t>Email Alerts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Booking confirmation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Cancellations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Admin booking alerts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Daily summaries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371600"/>
            <a:ext cx="201168" cy="4480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F172A"/>
                </a:solidFill>
              </a:rPr>
              <a:t>Schedulers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Reminder alerts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Queue alerts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No-show handling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Auto-complete updates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371600"/>
            <a:ext cx="201168" cy="4480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9728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F172A"/>
                </a:solidFill>
              </a:rPr>
              <a:t>Architecture Summary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Frontend React app communicates with Express backend using REST APIs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Backend handles auth, appointments, doctor management, queue logic, and notifications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MySQL stores users, centers, doctors, slots, appointments, notifications, and admin mappings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Socket.IO powers realtime queue and notification updates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01168" cy="43891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5840" y="1554480"/>
            <a:ext cx="100584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0F172A"/>
                </a:solidFill>
              </a:rPr>
              <a:t>Smart Health delivers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Digital appointment booking with queue intelligence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Secure role-based access for main admins and hospital admins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Realtime notifications and operational visibility</a:t>
            </a:r>
          </a:p>
          <a:p>
            <a:pPr>
              <a:defRPr sz="1400">
                <a:solidFill>
                  <a:srgbClr val="475569"/>
                </a:solidFill>
              </a:defRPr>
            </a:pPr>
            <a:r>
              <a:t>Scalable full-stack architecture suitable for deployment and demos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554480"/>
            <a:ext cx="201168" cy="4023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